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84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7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06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4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1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39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1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13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2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00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15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6A4F54B-DF56-2F1F-9C90-196961AB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96" b="35954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F8E125-2CA4-211E-556C-A7171B7CD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de-CH" b="1" dirty="0" err="1">
                <a:solidFill>
                  <a:srgbClr val="FFFFFF"/>
                </a:solidFill>
              </a:rPr>
              <a:t>Shared</a:t>
            </a:r>
            <a:r>
              <a:rPr lang="de-CH" b="1" dirty="0">
                <a:solidFill>
                  <a:srgbClr val="FFFFFF"/>
                </a:solidFill>
              </a:rPr>
              <a:t> Movie Watchlist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12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7FD6B0-355E-B404-5F1E-8C8C5992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12C949-0384-4BB8-31BA-3490F67AC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CH" sz="2400" dirty="0">
                <a:latin typeface="IBM Plex Sans" panose="020B0503050203000203" pitchFamily="34" charset="0"/>
              </a:rPr>
              <a:t>Problem &amp; Idee</a:t>
            </a:r>
          </a:p>
          <a:p>
            <a:r>
              <a:rPr lang="de-CH" sz="2400" dirty="0">
                <a:latin typeface="IBM Plex Sans" panose="020B0503050203000203" pitchFamily="34" charset="0"/>
              </a:rPr>
              <a:t>Architektur</a:t>
            </a:r>
          </a:p>
          <a:p>
            <a:r>
              <a:rPr lang="de-CH" sz="2400" dirty="0">
                <a:latin typeface="IBM Plex Sans" panose="020B0503050203000203" pitchFamily="34" charset="0"/>
              </a:rPr>
              <a:t>ERD-Modell</a:t>
            </a:r>
          </a:p>
          <a:p>
            <a:r>
              <a:rPr lang="de-CH" sz="2400" dirty="0">
                <a:latin typeface="IBM Plex Sans" panose="020B0503050203000203" pitchFamily="34" charset="0"/>
              </a:rPr>
              <a:t>Funktionen</a:t>
            </a:r>
          </a:p>
          <a:p>
            <a:r>
              <a:rPr lang="de-CH" sz="2400" dirty="0">
                <a:latin typeface="IBM Plex Sans" panose="020B0503050203000203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60749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5707AF-E13C-6915-8242-7C9EE6B90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036659"/>
          </a:xfrm>
        </p:spPr>
        <p:txBody>
          <a:bodyPr/>
          <a:lstStyle/>
          <a:p>
            <a:r>
              <a:rPr lang="de-CH" b="1" dirty="0"/>
              <a:t>Problem &amp; 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53C487-8248-1ACF-CF2A-DC19809E3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1951059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de-CH" b="1" dirty="0">
                <a:latin typeface="IBM Plex Sans" panose="020B0503050203000203" pitchFamily="34" charset="0"/>
              </a:rPr>
              <a:t>Problem:</a:t>
            </a:r>
          </a:p>
          <a:p>
            <a:r>
              <a:rPr lang="de-CH" dirty="0">
                <a:latin typeface="IBM Plex Sans" panose="020B0503050203000203" pitchFamily="34" charset="0"/>
              </a:rPr>
              <a:t>Man weiss nicht, welchen Film man schauen soll</a:t>
            </a:r>
          </a:p>
          <a:p>
            <a:pPr marL="0" indent="0">
              <a:buNone/>
            </a:pPr>
            <a:endParaRPr lang="de-CH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de-CH" b="1" dirty="0">
                <a:latin typeface="IBM Plex Sans" panose="020B0503050203000203" pitchFamily="34" charset="0"/>
              </a:rPr>
              <a:t>Lösung:</a:t>
            </a:r>
          </a:p>
          <a:p>
            <a:r>
              <a:rPr lang="de-CH" dirty="0">
                <a:latin typeface="IBM Plex Sans" panose="020B0503050203000203" pitchFamily="34" charset="0"/>
              </a:rPr>
              <a:t>Gemeinsame Watchlist mit Freunden</a:t>
            </a:r>
          </a:p>
          <a:p>
            <a:r>
              <a:rPr lang="de-CH" dirty="0">
                <a:latin typeface="IBM Plex Sans" panose="020B0503050203000203" pitchFamily="34" charset="0"/>
              </a:rPr>
              <a:t>Bewertungssystem</a:t>
            </a:r>
            <a:br>
              <a:rPr lang="de-CH" dirty="0"/>
            </a:br>
            <a:r>
              <a:rPr lang="de-CH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65994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9A0E7-3648-E8C7-0E10-D4004A38D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1"/>
            <a:ext cx="10691265" cy="762000"/>
          </a:xfrm>
        </p:spPr>
        <p:txBody>
          <a:bodyPr/>
          <a:lstStyle/>
          <a:p>
            <a:r>
              <a:rPr lang="de-CH" b="1" dirty="0"/>
              <a:t>Architektur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094B1B-AFA3-783B-911D-1C51C5574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45734"/>
            <a:ext cx="10691265" cy="452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b="1" dirty="0">
                <a:latin typeface="IBM Plex Sans" panose="020B0503050203000203" pitchFamily="34" charset="0"/>
              </a:rPr>
              <a:t>Client-Server Architektur</a:t>
            </a:r>
          </a:p>
          <a:p>
            <a:pPr marL="0" indent="0">
              <a:buNone/>
            </a:pPr>
            <a:r>
              <a:rPr lang="de-CH" b="1" dirty="0">
                <a:latin typeface="IBM Plex Sans" panose="020B0503050203000203" pitchFamily="34" charset="0"/>
              </a:rPr>
              <a:t>Client:</a:t>
            </a:r>
          </a:p>
          <a:p>
            <a:r>
              <a:rPr lang="de-CH" dirty="0">
                <a:latin typeface="IBM Plex Sans" panose="020B0503050203000203" pitchFamily="34" charset="0"/>
              </a:rPr>
              <a:t>JavaFX UI</a:t>
            </a:r>
          </a:p>
          <a:p>
            <a:r>
              <a:rPr lang="de-CH" dirty="0" err="1">
                <a:latin typeface="IBM Plex Sans" panose="020B0503050203000203" pitchFamily="34" charset="0"/>
              </a:rPr>
              <a:t>HttpClient</a:t>
            </a:r>
            <a:endParaRPr lang="de-CH" dirty="0">
              <a:latin typeface="IBM Plex Sans" panose="020B0503050203000203" pitchFamily="34" charset="0"/>
            </a:endParaRPr>
          </a:p>
          <a:p>
            <a:pPr marL="0" indent="0">
              <a:buNone/>
            </a:pPr>
            <a:r>
              <a:rPr lang="de-CH" b="1" dirty="0">
                <a:latin typeface="IBM Plex Sans" panose="020B0503050203000203" pitchFamily="34" charset="0"/>
              </a:rPr>
              <a:t>Server:</a:t>
            </a:r>
          </a:p>
          <a:p>
            <a:r>
              <a:rPr lang="de-CH" dirty="0" err="1">
                <a:latin typeface="IBM Plex Sans" panose="020B0503050203000203" pitchFamily="34" charset="0"/>
              </a:rPr>
              <a:t>HttpServer</a:t>
            </a:r>
            <a:endParaRPr lang="de-CH" dirty="0">
              <a:latin typeface="IBM Plex Sans" panose="020B0503050203000203" pitchFamily="34" charset="0"/>
            </a:endParaRPr>
          </a:p>
          <a:p>
            <a:r>
              <a:rPr lang="de-CH" dirty="0">
                <a:latin typeface="IBM Plex Sans" panose="020B0503050203000203" pitchFamily="34" charset="0"/>
              </a:rPr>
              <a:t>H2 Database</a:t>
            </a:r>
          </a:p>
          <a:p>
            <a:pPr marL="0" indent="0">
              <a:buNone/>
            </a:pPr>
            <a:r>
              <a:rPr lang="de-CH" b="1" dirty="0">
                <a:latin typeface="IBM Plex Sans" panose="020B0503050203000203" pitchFamily="34" charset="0"/>
              </a:rPr>
              <a:t>Kommunikation:</a:t>
            </a:r>
          </a:p>
          <a:p>
            <a:r>
              <a:rPr lang="de-CH" dirty="0">
                <a:latin typeface="IBM Plex Sans" panose="020B0503050203000203" pitchFamily="34" charset="0"/>
              </a:rPr>
              <a:t>HTTP + JSON</a:t>
            </a:r>
          </a:p>
        </p:txBody>
      </p:sp>
    </p:spTree>
    <p:extLst>
      <p:ext uri="{BB962C8B-B14F-4D97-AF65-F5344CB8AC3E}">
        <p14:creationId xmlns:p14="http://schemas.microsoft.com/office/powerpoint/2010/main" val="3386691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DB767-B490-274A-1B5C-BB153F7D1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ERD-Modell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151FAF3-9CCA-55FC-192B-673C5DD88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1940560"/>
            <a:ext cx="1026414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27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6EA3-1F72-D712-1E3E-099CBACC8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4509E6-05EF-07CA-D3FD-781B4BFA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1"/>
            <a:ext cx="10691265" cy="762000"/>
          </a:xfrm>
        </p:spPr>
        <p:txBody>
          <a:bodyPr/>
          <a:lstStyle/>
          <a:p>
            <a:r>
              <a:rPr lang="de-CH" b="1" dirty="0"/>
              <a:t>Funktionen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9A6744-38F7-4E8B-3D30-B7DABA596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45734"/>
            <a:ext cx="10691265" cy="452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CH" b="1" dirty="0">
                <a:latin typeface="IBM Plex Sans" panose="020B0503050203000203" pitchFamily="34" charset="0"/>
              </a:rPr>
              <a:t>Funktionen der Anwendung:</a:t>
            </a:r>
          </a:p>
          <a:p>
            <a:r>
              <a:rPr lang="de-CH" dirty="0">
                <a:latin typeface="IBM Plex Sans" panose="020B0503050203000203" pitchFamily="34" charset="0"/>
              </a:rPr>
              <a:t>Login / Register</a:t>
            </a:r>
          </a:p>
          <a:p>
            <a:r>
              <a:rPr lang="de-CH" dirty="0">
                <a:latin typeface="IBM Plex Sans" panose="020B0503050203000203" pitchFamily="34" charset="0"/>
              </a:rPr>
              <a:t>Filme hinzufügen / bearbeiten / löschen</a:t>
            </a:r>
          </a:p>
          <a:p>
            <a:r>
              <a:rPr lang="de-CH" dirty="0" err="1">
                <a:latin typeface="IBM Plex Sans" panose="020B0503050203000203" pitchFamily="34" charset="0"/>
              </a:rPr>
              <a:t>Watched</a:t>
            </a:r>
            <a:r>
              <a:rPr lang="de-CH" dirty="0">
                <a:latin typeface="IBM Plex Sans" panose="020B0503050203000203" pitchFamily="34" charset="0"/>
              </a:rPr>
              <a:t> </a:t>
            </a:r>
            <a:r>
              <a:rPr lang="de-CH" dirty="0" err="1">
                <a:latin typeface="IBM Plex Sans" panose="020B0503050203000203" pitchFamily="34" charset="0"/>
              </a:rPr>
              <a:t>toggle</a:t>
            </a:r>
            <a:endParaRPr lang="de-CH" dirty="0">
              <a:latin typeface="IBM Plex Sans" panose="020B0503050203000203" pitchFamily="34" charset="0"/>
            </a:endParaRPr>
          </a:p>
          <a:p>
            <a:r>
              <a:rPr lang="de-CH" dirty="0">
                <a:latin typeface="IBM Plex Sans" panose="020B0503050203000203" pitchFamily="34" charset="0"/>
              </a:rPr>
              <a:t>Filme bewerten (1-5)</a:t>
            </a:r>
          </a:p>
          <a:p>
            <a:endParaRPr lang="de-CH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8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AC33D3-D14F-8DA0-E734-29A04C63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73924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515A1C-9115-0AF4-EC74-B5042EC5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300" y="2792137"/>
            <a:ext cx="9052964" cy="1136396"/>
          </a:xfrm>
        </p:spPr>
        <p:txBody>
          <a:bodyPr>
            <a:normAutofit fontScale="90000"/>
          </a:bodyPr>
          <a:lstStyle/>
          <a:p>
            <a:r>
              <a:rPr lang="de-CH" sz="8000" b="1" dirty="0"/>
              <a:t>Danke fürs zuhören</a:t>
            </a:r>
          </a:p>
        </p:txBody>
      </p:sp>
    </p:spTree>
    <p:extLst>
      <p:ext uri="{BB962C8B-B14F-4D97-AF65-F5344CB8AC3E}">
        <p14:creationId xmlns:p14="http://schemas.microsoft.com/office/powerpoint/2010/main" val="2947586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Breitbild</PresentationFormat>
  <Paragraphs>33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Calisto MT</vt:lpstr>
      <vt:lpstr>IBM Plex Sans</vt:lpstr>
      <vt:lpstr>Univers Condensed</vt:lpstr>
      <vt:lpstr>ChronicleVTI</vt:lpstr>
      <vt:lpstr>Shared Movie Watchlist</vt:lpstr>
      <vt:lpstr>Inhalt</vt:lpstr>
      <vt:lpstr>Problem &amp; Idee</vt:lpstr>
      <vt:lpstr>Architektur</vt:lpstr>
      <vt:lpstr>ERD-Modell</vt:lpstr>
      <vt:lpstr>Funktionen</vt:lpstr>
      <vt:lpstr>DEMO</vt:lpstr>
      <vt:lpstr>Danke fürs zuhören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SCHMID Simon (STD)</dc:creator>
  <cp:lastModifiedBy>SCHMID Simon (STD)</cp:lastModifiedBy>
  <cp:revision>9</cp:revision>
  <dcterms:created xsi:type="dcterms:W3CDTF">2026-03-17T20:46:58Z</dcterms:created>
  <dcterms:modified xsi:type="dcterms:W3CDTF">2026-03-23T15:34:47Z</dcterms:modified>
</cp:coreProperties>
</file>